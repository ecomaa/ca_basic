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3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  <p:ext uri="GoogleSlidesCustomDataVersion2">
      <go:slidesCustomData xmlns:go="http://customooxmlschemas.google.com/" r:id="rId60" roundtripDataSignature="AMtx7mjVHAqlzXglTxPA9uoJKMbtNb50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971A01-E7B5-4F62-8FD1-9792BFB64E12}">
  <a:tblStyle styleId="{0F971A01-E7B5-4F62-8FD1-9792BFB64E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customschemas.google.com/relationships/presentationmetadata" Target="meta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" name="Google Shape;14;p48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8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16" name="Google Shape;16;p48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17" name="Google Shape;17;p48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4" name="Google Shape;2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9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9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" name="Google Shape;28;p59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3" name="Google Shape;3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2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2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3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63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3" name="Google Shape;43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4" name="Google Shape;4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65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5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6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6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67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67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7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68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8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68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7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9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4" name="Google Shape;74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78" name="Google Shape;7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79" name="Google Shape;7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80" name="Google Shape;80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sp>
        <p:nvSpPr>
          <p:cNvPr id="81" name="Google Shape;81;p70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70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70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70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70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70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70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70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71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ru" sz="17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ru" sz="17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2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b="0" i="0" sz="1100" u="none" cap="none" strike="noStrike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3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74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4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4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75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75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75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75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7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77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77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77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7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7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4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6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56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6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5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7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58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5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8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4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9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49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drive/folders/1Dn1W8RNI1AwaFgrBfxVi3WTiftx3O6MK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77.png"/><Relationship Id="rId42" Type="http://schemas.openxmlformats.org/officeDocument/2006/relationships/image" Target="../media/image76.png"/><Relationship Id="rId41" Type="http://schemas.openxmlformats.org/officeDocument/2006/relationships/image" Target="../media/image51.png"/><Relationship Id="rId44" Type="http://schemas.openxmlformats.org/officeDocument/2006/relationships/image" Target="../media/image57.png"/><Relationship Id="rId43" Type="http://schemas.openxmlformats.org/officeDocument/2006/relationships/image" Target="../media/image69.png"/><Relationship Id="rId46" Type="http://schemas.openxmlformats.org/officeDocument/2006/relationships/image" Target="../media/image61.png"/><Relationship Id="rId45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image" Target="../media/image19.png"/><Relationship Id="rId48" Type="http://schemas.openxmlformats.org/officeDocument/2006/relationships/image" Target="../media/image72.png"/><Relationship Id="rId47" Type="http://schemas.openxmlformats.org/officeDocument/2006/relationships/image" Target="../media/image59.png"/><Relationship Id="rId49" Type="http://schemas.openxmlformats.org/officeDocument/2006/relationships/image" Target="../media/image89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26.png"/><Relationship Id="rId31" Type="http://schemas.openxmlformats.org/officeDocument/2006/relationships/image" Target="../media/image67.png"/><Relationship Id="rId30" Type="http://schemas.openxmlformats.org/officeDocument/2006/relationships/image" Target="../media/image34.png"/><Relationship Id="rId33" Type="http://schemas.openxmlformats.org/officeDocument/2006/relationships/image" Target="../media/image40.png"/><Relationship Id="rId32" Type="http://schemas.openxmlformats.org/officeDocument/2006/relationships/image" Target="../media/image46.png"/><Relationship Id="rId35" Type="http://schemas.openxmlformats.org/officeDocument/2006/relationships/image" Target="../media/image43.png"/><Relationship Id="rId34" Type="http://schemas.openxmlformats.org/officeDocument/2006/relationships/image" Target="../media/image60.png"/><Relationship Id="rId71" Type="http://schemas.openxmlformats.org/officeDocument/2006/relationships/image" Target="../media/image82.png"/><Relationship Id="rId70" Type="http://schemas.openxmlformats.org/officeDocument/2006/relationships/image" Target="../media/image84.png"/><Relationship Id="rId37" Type="http://schemas.openxmlformats.org/officeDocument/2006/relationships/image" Target="../media/image48.png"/><Relationship Id="rId36" Type="http://schemas.openxmlformats.org/officeDocument/2006/relationships/image" Target="../media/image52.png"/><Relationship Id="rId39" Type="http://schemas.openxmlformats.org/officeDocument/2006/relationships/image" Target="../media/image42.png"/><Relationship Id="rId38" Type="http://schemas.openxmlformats.org/officeDocument/2006/relationships/image" Target="../media/image44.png"/><Relationship Id="rId62" Type="http://schemas.openxmlformats.org/officeDocument/2006/relationships/image" Target="../media/image73.png"/><Relationship Id="rId61" Type="http://schemas.openxmlformats.org/officeDocument/2006/relationships/image" Target="../media/image79.png"/><Relationship Id="rId20" Type="http://schemas.openxmlformats.org/officeDocument/2006/relationships/image" Target="../media/image38.png"/><Relationship Id="rId64" Type="http://schemas.openxmlformats.org/officeDocument/2006/relationships/image" Target="../media/image96.png"/><Relationship Id="rId63" Type="http://schemas.openxmlformats.org/officeDocument/2006/relationships/image" Target="../media/image70.png"/><Relationship Id="rId22" Type="http://schemas.openxmlformats.org/officeDocument/2006/relationships/image" Target="../media/image47.png"/><Relationship Id="rId66" Type="http://schemas.openxmlformats.org/officeDocument/2006/relationships/image" Target="../media/image75.png"/><Relationship Id="rId21" Type="http://schemas.openxmlformats.org/officeDocument/2006/relationships/image" Target="../media/image7.png"/><Relationship Id="rId65" Type="http://schemas.openxmlformats.org/officeDocument/2006/relationships/image" Target="../media/image83.png"/><Relationship Id="rId24" Type="http://schemas.openxmlformats.org/officeDocument/2006/relationships/image" Target="../media/image41.png"/><Relationship Id="rId68" Type="http://schemas.openxmlformats.org/officeDocument/2006/relationships/image" Target="../media/image94.png"/><Relationship Id="rId23" Type="http://schemas.openxmlformats.org/officeDocument/2006/relationships/image" Target="../media/image32.png"/><Relationship Id="rId67" Type="http://schemas.openxmlformats.org/officeDocument/2006/relationships/image" Target="../media/image86.png"/><Relationship Id="rId60" Type="http://schemas.openxmlformats.org/officeDocument/2006/relationships/image" Target="../media/image65.png"/><Relationship Id="rId26" Type="http://schemas.openxmlformats.org/officeDocument/2006/relationships/image" Target="../media/image39.png"/><Relationship Id="rId25" Type="http://schemas.openxmlformats.org/officeDocument/2006/relationships/image" Target="../media/image36.png"/><Relationship Id="rId69" Type="http://schemas.openxmlformats.org/officeDocument/2006/relationships/image" Target="../media/image74.png"/><Relationship Id="rId28" Type="http://schemas.openxmlformats.org/officeDocument/2006/relationships/image" Target="../media/image37.png"/><Relationship Id="rId27" Type="http://schemas.openxmlformats.org/officeDocument/2006/relationships/image" Target="../media/image66.png"/><Relationship Id="rId29" Type="http://schemas.openxmlformats.org/officeDocument/2006/relationships/image" Target="../media/image33.png"/><Relationship Id="rId51" Type="http://schemas.openxmlformats.org/officeDocument/2006/relationships/image" Target="../media/image54.png"/><Relationship Id="rId50" Type="http://schemas.openxmlformats.org/officeDocument/2006/relationships/image" Target="../media/image55.png"/><Relationship Id="rId53" Type="http://schemas.openxmlformats.org/officeDocument/2006/relationships/image" Target="../media/image63.png"/><Relationship Id="rId52" Type="http://schemas.openxmlformats.org/officeDocument/2006/relationships/image" Target="../media/image71.png"/><Relationship Id="rId11" Type="http://schemas.openxmlformats.org/officeDocument/2006/relationships/image" Target="../media/image30.png"/><Relationship Id="rId55" Type="http://schemas.openxmlformats.org/officeDocument/2006/relationships/image" Target="../media/image64.png"/><Relationship Id="rId10" Type="http://schemas.openxmlformats.org/officeDocument/2006/relationships/image" Target="../media/image27.png"/><Relationship Id="rId54" Type="http://schemas.openxmlformats.org/officeDocument/2006/relationships/image" Target="../media/image58.png"/><Relationship Id="rId13" Type="http://schemas.openxmlformats.org/officeDocument/2006/relationships/image" Target="../media/image28.png"/><Relationship Id="rId57" Type="http://schemas.openxmlformats.org/officeDocument/2006/relationships/image" Target="../media/image56.png"/><Relationship Id="rId12" Type="http://schemas.openxmlformats.org/officeDocument/2006/relationships/image" Target="../media/image21.png"/><Relationship Id="rId56" Type="http://schemas.openxmlformats.org/officeDocument/2006/relationships/image" Target="../media/image62.png"/><Relationship Id="rId15" Type="http://schemas.openxmlformats.org/officeDocument/2006/relationships/image" Target="../media/image50.png"/><Relationship Id="rId59" Type="http://schemas.openxmlformats.org/officeDocument/2006/relationships/image" Target="../media/image68.png"/><Relationship Id="rId14" Type="http://schemas.openxmlformats.org/officeDocument/2006/relationships/image" Target="../media/image22.png"/><Relationship Id="rId58" Type="http://schemas.openxmlformats.org/officeDocument/2006/relationships/image" Target="../media/image99.png"/><Relationship Id="rId17" Type="http://schemas.openxmlformats.org/officeDocument/2006/relationships/image" Target="../media/image45.png"/><Relationship Id="rId16" Type="http://schemas.openxmlformats.org/officeDocument/2006/relationships/image" Target="../media/image15.png"/><Relationship Id="rId19" Type="http://schemas.openxmlformats.org/officeDocument/2006/relationships/image" Target="../media/image35.png"/><Relationship Id="rId18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81.png"/><Relationship Id="rId9" Type="http://schemas.openxmlformats.org/officeDocument/2006/relationships/image" Target="../media/image90.png"/><Relationship Id="rId5" Type="http://schemas.openxmlformats.org/officeDocument/2006/relationships/image" Target="../media/image80.png"/><Relationship Id="rId6" Type="http://schemas.openxmlformats.org/officeDocument/2006/relationships/image" Target="../media/image78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11" Type="http://schemas.openxmlformats.org/officeDocument/2006/relationships/image" Target="../media/image95.png"/><Relationship Id="rId10" Type="http://schemas.openxmlformats.org/officeDocument/2006/relationships/image" Target="../media/image85.png"/><Relationship Id="rId13" Type="http://schemas.openxmlformats.org/officeDocument/2006/relationships/image" Target="../media/image24.png"/><Relationship Id="rId12" Type="http://schemas.openxmlformats.org/officeDocument/2006/relationships/image" Target="../media/image97.png"/><Relationship Id="rId15" Type="http://schemas.openxmlformats.org/officeDocument/2006/relationships/image" Target="../media/image92.png"/><Relationship Id="rId14" Type="http://schemas.openxmlformats.org/officeDocument/2006/relationships/image" Target="../media/image9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0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433125" y="1534950"/>
            <a:ext cx="75843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Проектирование информационной системы для СТО в части регистрации клиента и автомобиля, осмотра, составления плана ремонта, формирования заказа-наряда, приемки автомобиля</a:t>
            </a:r>
            <a:endParaRPr sz="19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48" name="Google Shape;1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CA. Basic</a:t>
            </a:r>
            <a:endParaRPr b="0" i="0" sz="1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</a:t>
            </a:r>
            <a:r>
              <a:rPr lang="ru" sz="3000"/>
              <a:t>:</a:t>
            </a:r>
            <a:r>
              <a:rPr b="0" lang="ru" sz="13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0" lang="ru" sz="13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Проектирование информационной системы для СТО в части регистрации клиента и автомобиля, осмотра, составления плана ремонта, формирования заказа-наряда, приемки автомобиля</a:t>
            </a:r>
            <a:endParaRPr b="0"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Комаров Егор</a:t>
            </a:r>
            <a:endParaRPr b="1" i="0" sz="23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3899475" y="2893375"/>
            <a:ext cx="31932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Работаю в области обеспечения информационной безопасности в соответствии с требованиями законов и приказов действующих на территории Российской Федерации</a:t>
            </a:r>
            <a:endParaRPr b="0" i="0" sz="13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66" name="Google Shape;16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524" y="2030098"/>
            <a:ext cx="2464755" cy="22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4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7" name="Google Shape;177;p4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8" name="Google Shape;178;p4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9" name="Google Shape;179;p4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0" name="Google Shape;180;p4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b="1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5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Выявить потребности стейкхолдеров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Сформировать use case для всех сценариев использования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полную карту диалогов при использовании ИС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Поставить задачи разработчикам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5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создать информационную систему которая реализует логику процессов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которые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выполняются в СТО</a:t>
            </a:r>
            <a:endParaRPr b="0" i="0" sz="15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3000"/>
          </a:p>
        </p:txBody>
      </p:sp>
      <p:grpSp>
        <p:nvGrpSpPr>
          <p:cNvPr id="193" name="Google Shape;193;p6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4" name="Google Shape;194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196"/>
                </a:srgbClr>
              </a:outerShdw>
            </a:effectLst>
          </p:spPr>
        </p:pic>
        <p:sp>
          <p:nvSpPr>
            <p:cNvPr id="195" name="Google Shape;195;p6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ru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b="0"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6" name="Google Shape;196;p6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Мысленный </a:t>
                      </a: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эксперимент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Трассировка требований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ER-диаграммы, Use Case, Test Case, словарь данных, карта диалогов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DrawIO, Balsamiq, Holst, Google disk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aphicFrame>
        <p:nvGraphicFramePr>
          <p:cNvPr id="202" name="Google Shape;202;p7"/>
          <p:cNvGraphicFramePr/>
          <p:nvPr/>
        </p:nvGraphicFramePr>
        <p:xfrm>
          <a:off x="1048825" y="18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Рабочая область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https://drive.google.com/drive/folders/1Dn1W8RNI1AwaFgrBfxVi3WTiftx3O6MK?usp=sharing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3000"/>
          </a:p>
        </p:txBody>
      </p:sp>
      <p:graphicFrame>
        <p:nvGraphicFramePr>
          <p:cNvPr id="208" name="Google Shape;208;p8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Узнал много новых слов</a:t>
                      </a:r>
                      <a:endParaRPr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Выдумывать потребности - очень тяжело</a:t>
                      </a:r>
                      <a:endParaRPr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BPMN, UC, US - это круто!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9" name="Google Shape;209;p8"/>
          <p:cNvGrpSpPr/>
          <p:nvPr/>
        </p:nvGrpSpPr>
        <p:grpSpPr>
          <a:xfrm>
            <a:off x="4066709" y="767343"/>
            <a:ext cx="5534663" cy="2335504"/>
            <a:chOff x="4993966" y="598496"/>
            <a:chExt cx="3375207" cy="1399343"/>
          </a:xfrm>
        </p:grpSpPr>
        <p:pic>
          <p:nvPicPr>
            <p:cNvPr id="210" name="Google Shape;21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3966" y="598496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196"/>
                </a:srgbClr>
              </a:outerShdw>
            </a:effectLst>
          </p:spPr>
        </p:pic>
        <p:sp>
          <p:nvSpPr>
            <p:cNvPr id="211" name="Google Shape;211;p8"/>
            <p:cNvSpPr txBox="1"/>
            <p:nvPr/>
          </p:nvSpPr>
          <p:spPr>
            <a:xfrm>
              <a:off x="5378660" y="656019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Оцените работу над проектом и ответьте на вопросы:</a:t>
              </a:r>
              <a:endPara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У вас получилось достичь цели и выполнить все задачи?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Что далось легко, а с чем возникли трудности?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Сколько времени занял проект?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Насколько полезным оказался для вас проект от 1 до 10?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1" marL="9144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lphaL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= я не научился ничему новому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1" marL="9144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lphaL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 = очень полезно, я получил новый опыт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Остались ли у вас вопросы по проекту?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AutoNum type="arabicPeriod"/>
              </a:pPr>
              <a:r>
                <a:rPr b="0" i="0" lang="ru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Как вы планируете развиваться дальше?</a:t>
              </a:r>
              <a:endPara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ru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i="0" sz="4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b="0" i="0" sz="1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b="0" i="0" sz="1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ru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0" i="0" sz="4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ru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b="0" i="0" sz="4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3" name="Google Shape;22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196"/>
                </a:srgbClr>
              </a:outerShdw>
            </a:effectLst>
          </p:spPr>
        </p:pic>
        <p:sp>
          <p:nvSpPr>
            <p:cNvPr id="224" name="Google Shape;224;p9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ru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b="0"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1" name="Google Shape;231;p10" title="marker-graduating-ca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1" title="ролик_об_отусе_bl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i="0" lang="ru" sz="14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5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5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5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5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5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5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5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5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5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5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5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5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5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5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5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5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5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5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5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5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5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5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5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5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5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5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5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5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5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5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5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5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5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5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5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5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5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36" name="Google Shape;3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37" name="Google Shape;3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0" name="Google Shape;3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ru" sz="3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57" name="Google Shape;3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b="0" i="0" sz="23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b="0" i="0" sz="23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1" name="Google Shape;3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b="0" i="0" lang="ru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b="0" i="0" lang="ru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7" name="Google Shape;3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3" name="Google Shape;383;p22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1" name="Google Shape;391;p23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b="0" i="0" sz="13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b="0" i="0" sz="15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b="0" i="0" sz="15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4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398" name="Google Shape;3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06" name="Google Shape;406;p25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2" name="Google Shape;412;p26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3" name="Google Shape;413;p26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b="0" i="0" lang="ru" sz="11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b="0" i="0" sz="1100" u="none" cap="none" strike="noStrike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3" name="Google Shape;4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" name="Google Shape;426;p27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27" name="Google Shape;427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196"/>
                </a:srgbClr>
              </a:outerShdw>
            </a:effectLst>
          </p:spPr>
        </p:pic>
        <p:sp>
          <p:nvSpPr>
            <p:cNvPr id="428" name="Google Shape;428;p27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ru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8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8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i="0" sz="1700" u="none" cap="none" strike="noStrike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8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i="0" sz="1700" u="none" cap="none" strike="noStrike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9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29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56" name="Google Shape;456;p30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b="0" i="0" sz="14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 b="0" i="0" sz="14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1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i="0" sz="3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i="0" sz="3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65" name="Google Shape;465;p31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66" name="Google Shape;4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74" name="Google Shape;4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75" name="Google Shape;4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76" name="Google Shape;47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77" name="Google Shape;47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78" name="Google Shape;47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sp>
        <p:nvSpPr>
          <p:cNvPr id="479" name="Google Shape;479;p32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2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2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6" name="Google Shape;4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87" name="Google Shape;4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88" name="Google Shape;48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89" name="Google Shape;48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90" name="Google Shape;49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491" name="Google Shape;49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sp>
        <p:nvSpPr>
          <p:cNvPr id="492" name="Google Shape;492;p32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32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2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2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2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03" name="Google Shape;50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04" name="Google Shape;50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05" name="Google Shape;50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sp>
        <p:nvSpPr>
          <p:cNvPr id="506" name="Google Shape;506;p33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3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3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3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1" name="Google Shape;511;p33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17" name="Google Shape;51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18" name="Google Shape;51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19" name="Google Shape;51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20" name="Google Shape;52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sp>
        <p:nvSpPr>
          <p:cNvPr id="521" name="Google Shape;521;p34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2" name="Google Shape;522;p34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4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4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4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4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i="0" sz="15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27" name="Google Shape;527;p34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33" name="Google Shape;5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34" name="Google Shape;5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35" name="Google Shape;53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pic>
        <p:nvPicPr>
          <p:cNvPr id="536" name="Google Shape;536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176"/>
              </a:srgbClr>
            </a:outerShdw>
          </a:effectLst>
        </p:spPr>
      </p:pic>
      <p:sp>
        <p:nvSpPr>
          <p:cNvPr id="537" name="Google Shape;537;p35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38" name="Google Shape;538;p35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i="0" sz="14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5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i="0" sz="14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i="0" sz="14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i="0" sz="14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5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i="0" sz="14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3" name="Google Shape;543;p35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6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6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6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6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6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6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6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6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6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0" name="Google Shape;570;p37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  <p:sp>
        <p:nvSpPr>
          <p:cNvPr id="571" name="Google Shape;571;p37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b="0" i="0" lang="ru" sz="1700" u="none" cap="none" strike="noStrike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0" i="0" lang="ru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ru" sz="1700" u="none" cap="none" strike="noStrike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b="0" i="0" lang="ru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3" name="Google Shape;573;p37"/>
          <p:cNvCxnSpPr>
            <a:stCxn id="572" idx="1"/>
            <a:endCxn id="571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8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79" name="Google Shape;579;p38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85" name="Google Shape;585;p39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1" name="Google Shape;591;p40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2" name="Google Shape;592;p40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598" name="Google Shape;598;p41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2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4" name="Google Shape;604;p42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{0F971A01-E7B5-4F62-8FD1-9792BFB64E12}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4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400" u="none" cap="none" strike="noStrike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3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i="0" sz="4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i="0" sz="4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i="0" sz="4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1" name="Google Shape;611;p43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b="0" i="0" sz="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